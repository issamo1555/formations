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Officielle : Plateforme Smartcodai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Découvrez la nouvelle génération d'apprentissage interactif.</a:t>
            </a:r>
          </a:p>
          <a:p>
            <a:r>
              <a:t>Codez, automatisez et progressez directement dans votre navigateur web.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L'Interface (Vraie pratique, Zéro théorie)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• Éditeur de code intégré (PHP, Python, n8n, OpenClaw)</a:t>
            </a:r>
            <a:br/>
            <a:br/>
            <a:r>
              <a:t>• Simulateur Live : Feedback instantané en temps réel</a:t>
            </a:r>
            <a:br/>
            <a:br/>
            <a:r>
              <a:t>• Gamification : Jauge de progression et système de quiz</a:t>
            </a:r>
          </a:p>
        </p:txBody>
      </p:sp>
      <p:pic>
        <p:nvPicPr>
          <p:cNvPr id="4" name="Picture 3" descr="smartcodai_dashboard_mockup_17747749455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 Catalogue de 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Nos 4 Bootcamps Interactifs :</a:t>
            </a:r>
            <a:br/>
            <a:br/>
            <a:r>
              <a:t>1. Développement Web avec PHP</a:t>
            </a:r>
            <a:br/>
            <a:br/>
            <a:r>
              <a:t>2. Programmation en Python</a:t>
            </a:r>
            <a:br/>
            <a:br/>
            <a:r>
              <a:t>3. Automatisation avec n8n (Zero to Hero)</a:t>
            </a:r>
            <a:br/>
            <a:br/>
            <a:r>
              <a:t>4. Maîtrise de l'IA OpenClaw (Agents locaux)</a:t>
            </a:r>
          </a:p>
        </p:txBody>
      </p:sp>
      <p:pic>
        <p:nvPicPr>
          <p:cNvPr id="4" name="Picture 3" descr="smartcodai_modules_mockup_1774774978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Célébrez votre Réussite (Certificat Offert)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• Généré automatiquement à 100% de complétion du cours</a:t>
            </a:r>
            <a:br/>
            <a:br/>
            <a:r>
              <a:t>• Personnalisé, sécurisé et idéal pour briller sur LinkedIn</a:t>
            </a:r>
            <a:br/>
            <a:br/>
            <a:r>
              <a:t>• Inclut un numéro de série certifié d'authenticité (ex: N8N-2026-64893)</a:t>
            </a:r>
          </a:p>
        </p:txBody>
      </p:sp>
      <p:pic>
        <p:nvPicPr>
          <p:cNvPr id="4" name="Picture 3" descr="smartcodai_certificate_mockup_1774774961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